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9" r:id="rId7"/>
    <p:sldId id="261" r:id="rId8"/>
    <p:sldId id="262" r:id="rId9"/>
    <p:sldId id="264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7DFBEF-B1D4-4231-B05C-A6EF4FB87794}" v="1235" dt="2026-02-20T11:31:44.3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nu Pratap Singh" userId="0b713d2c41c59a0a" providerId="LiveId" clId="{137DFBEF-B1D4-4231-B05C-A6EF4FB87794}"/>
    <pc:docChg chg="custSel addSld delSld modSld">
      <pc:chgData name="Bhanu Pratap Singh" userId="0b713d2c41c59a0a" providerId="LiveId" clId="{137DFBEF-B1D4-4231-B05C-A6EF4FB87794}" dt="2026-02-20T12:01:55.879" v="3001" actId="27107"/>
      <pc:docMkLst>
        <pc:docMk/>
      </pc:docMkLst>
      <pc:sldChg chg="modSp mod">
        <pc:chgData name="Bhanu Pratap Singh" userId="0b713d2c41c59a0a" providerId="LiveId" clId="{137DFBEF-B1D4-4231-B05C-A6EF4FB87794}" dt="2026-02-20T11:32:19.196" v="3000" actId="20577"/>
        <pc:sldMkLst>
          <pc:docMk/>
          <pc:sldMk cId="1819359268" sldId="256"/>
        </pc:sldMkLst>
        <pc:spChg chg="mod">
          <ac:chgData name="Bhanu Pratap Singh" userId="0b713d2c41c59a0a" providerId="LiveId" clId="{137DFBEF-B1D4-4231-B05C-A6EF4FB87794}" dt="2026-02-20T11:32:19.196" v="3000" actId="20577"/>
          <ac:spMkLst>
            <pc:docMk/>
            <pc:sldMk cId="1819359268" sldId="256"/>
            <ac:spMk id="3" creationId="{2E78725B-6E40-4D82-B375-7831D81C29EE}"/>
          </ac:spMkLst>
        </pc:spChg>
      </pc:sldChg>
      <pc:sldChg chg="modSp mod">
        <pc:chgData name="Bhanu Pratap Singh" userId="0b713d2c41c59a0a" providerId="LiveId" clId="{137DFBEF-B1D4-4231-B05C-A6EF4FB87794}" dt="2026-02-20T10:24:39.485" v="839" actId="20577"/>
        <pc:sldMkLst>
          <pc:docMk/>
          <pc:sldMk cId="3253689747" sldId="257"/>
        </pc:sldMkLst>
        <pc:spChg chg="mod">
          <ac:chgData name="Bhanu Pratap Singh" userId="0b713d2c41c59a0a" providerId="LiveId" clId="{137DFBEF-B1D4-4231-B05C-A6EF4FB87794}" dt="2026-02-20T10:24:39.485" v="839" actId="20577"/>
          <ac:spMkLst>
            <pc:docMk/>
            <pc:sldMk cId="3253689747" sldId="257"/>
            <ac:spMk id="2" creationId="{34DB6CE4-2B13-4715-B5B2-615A55922CA1}"/>
          </ac:spMkLst>
        </pc:spChg>
        <pc:graphicFrameChg chg="mod">
          <ac:chgData name="Bhanu Pratap Singh" userId="0b713d2c41c59a0a" providerId="LiveId" clId="{137DFBEF-B1D4-4231-B05C-A6EF4FB87794}" dt="2026-02-20T10:23:50.875" v="829" actId="20577"/>
          <ac:graphicFrameMkLst>
            <pc:docMk/>
            <pc:sldMk cId="3253689747" sldId="257"/>
            <ac:graphicFrameMk id="4" creationId="{8D4F1745-A55E-4835-88EB-BC637121B608}"/>
          </ac:graphicFrameMkLst>
        </pc:graphicFrameChg>
      </pc:sldChg>
      <pc:sldChg chg="modSp del mod">
        <pc:chgData name="Bhanu Pratap Singh" userId="0b713d2c41c59a0a" providerId="LiveId" clId="{137DFBEF-B1D4-4231-B05C-A6EF4FB87794}" dt="2026-02-20T11:26:45.575" v="2881" actId="2696"/>
        <pc:sldMkLst>
          <pc:docMk/>
          <pc:sldMk cId="2172179498" sldId="258"/>
        </pc:sldMkLst>
        <pc:spChg chg="mod">
          <ac:chgData name="Bhanu Pratap Singh" userId="0b713d2c41c59a0a" providerId="LiveId" clId="{137DFBEF-B1D4-4231-B05C-A6EF4FB87794}" dt="2026-02-20T10:11:28.856" v="277" actId="20577"/>
          <ac:spMkLst>
            <pc:docMk/>
            <pc:sldMk cId="2172179498" sldId="258"/>
            <ac:spMk id="2" creationId="{34DB6CE4-2B13-4715-B5B2-615A55922CA1}"/>
          </ac:spMkLst>
        </pc:spChg>
        <pc:spChg chg="mod">
          <ac:chgData name="Bhanu Pratap Singh" userId="0b713d2c41c59a0a" providerId="LiveId" clId="{137DFBEF-B1D4-4231-B05C-A6EF4FB87794}" dt="2026-02-20T10:09:00.607" v="265" actId="20577"/>
          <ac:spMkLst>
            <pc:docMk/>
            <pc:sldMk cId="2172179498" sldId="258"/>
            <ac:spMk id="3" creationId="{143F5361-68C0-4BF5-80C8-F1E7BF92B2DB}"/>
          </ac:spMkLst>
        </pc:spChg>
      </pc:sldChg>
      <pc:sldChg chg="modSp mod">
        <pc:chgData name="Bhanu Pratap Singh" userId="0b713d2c41c59a0a" providerId="LiveId" clId="{137DFBEF-B1D4-4231-B05C-A6EF4FB87794}" dt="2026-02-20T11:30:00.903" v="2980"/>
        <pc:sldMkLst>
          <pc:docMk/>
          <pc:sldMk cId="1193417028" sldId="259"/>
        </pc:sldMkLst>
        <pc:spChg chg="mod">
          <ac:chgData name="Bhanu Pratap Singh" userId="0b713d2c41c59a0a" providerId="LiveId" clId="{137DFBEF-B1D4-4231-B05C-A6EF4FB87794}" dt="2026-02-20T11:29:46.192" v="2977" actId="122"/>
          <ac:spMkLst>
            <pc:docMk/>
            <pc:sldMk cId="1193417028" sldId="259"/>
            <ac:spMk id="2" creationId="{34DB6CE4-2B13-4715-B5B2-615A55922CA1}"/>
          </ac:spMkLst>
        </pc:spChg>
        <pc:graphicFrameChg chg="mod">
          <ac:chgData name="Bhanu Pratap Singh" userId="0b713d2c41c59a0a" providerId="LiveId" clId="{137DFBEF-B1D4-4231-B05C-A6EF4FB87794}" dt="2026-02-20T11:30:00.903" v="2980"/>
          <ac:graphicFrameMkLst>
            <pc:docMk/>
            <pc:sldMk cId="1193417028" sldId="259"/>
            <ac:graphicFrameMk id="4" creationId="{242FA989-6B7C-488C-85ED-CB8D01BA3254}"/>
          </ac:graphicFrameMkLst>
        </pc:graphicFrameChg>
      </pc:sldChg>
      <pc:sldChg chg="del">
        <pc:chgData name="Bhanu Pratap Singh" userId="0b713d2c41c59a0a" providerId="LiveId" clId="{137DFBEF-B1D4-4231-B05C-A6EF4FB87794}" dt="2026-02-20T11:26:38.075" v="2880" actId="2696"/>
        <pc:sldMkLst>
          <pc:docMk/>
          <pc:sldMk cId="1398410914" sldId="260"/>
        </pc:sldMkLst>
      </pc:sldChg>
      <pc:sldChg chg="modSp mod">
        <pc:chgData name="Bhanu Pratap Singh" userId="0b713d2c41c59a0a" providerId="LiveId" clId="{137DFBEF-B1D4-4231-B05C-A6EF4FB87794}" dt="2026-02-20T11:29:34.246" v="2976" actId="122"/>
        <pc:sldMkLst>
          <pc:docMk/>
          <pc:sldMk cId="1348318116" sldId="261"/>
        </pc:sldMkLst>
        <pc:spChg chg="mod">
          <ac:chgData name="Bhanu Pratap Singh" userId="0b713d2c41c59a0a" providerId="LiveId" clId="{137DFBEF-B1D4-4231-B05C-A6EF4FB87794}" dt="2026-02-20T11:29:34.246" v="2976" actId="122"/>
          <ac:spMkLst>
            <pc:docMk/>
            <pc:sldMk cId="1348318116" sldId="261"/>
            <ac:spMk id="2" creationId="{34DB6CE4-2B13-4715-B5B2-615A55922CA1}"/>
          </ac:spMkLst>
        </pc:spChg>
        <pc:spChg chg="mod">
          <ac:chgData name="Bhanu Pratap Singh" userId="0b713d2c41c59a0a" providerId="LiveId" clId="{137DFBEF-B1D4-4231-B05C-A6EF4FB87794}" dt="2026-02-20T11:26:24.014" v="2879" actId="20577"/>
          <ac:spMkLst>
            <pc:docMk/>
            <pc:sldMk cId="1348318116" sldId="261"/>
            <ac:spMk id="3" creationId="{143F5361-68C0-4BF5-80C8-F1E7BF92B2DB}"/>
          </ac:spMkLst>
        </pc:spChg>
      </pc:sldChg>
      <pc:sldChg chg="modSp mod">
        <pc:chgData name="Bhanu Pratap Singh" userId="0b713d2c41c59a0a" providerId="LiveId" clId="{137DFBEF-B1D4-4231-B05C-A6EF4FB87794}" dt="2026-02-20T11:29:23.810" v="2975" actId="122"/>
        <pc:sldMkLst>
          <pc:docMk/>
          <pc:sldMk cId="2919556985" sldId="262"/>
        </pc:sldMkLst>
        <pc:spChg chg="mod">
          <ac:chgData name="Bhanu Pratap Singh" userId="0b713d2c41c59a0a" providerId="LiveId" clId="{137DFBEF-B1D4-4231-B05C-A6EF4FB87794}" dt="2026-02-20T11:29:23.810" v="2975" actId="122"/>
          <ac:spMkLst>
            <pc:docMk/>
            <pc:sldMk cId="2919556985" sldId="262"/>
            <ac:spMk id="2" creationId="{34DB6CE4-2B13-4715-B5B2-615A55922CA1}"/>
          </ac:spMkLst>
        </pc:spChg>
        <pc:spChg chg="mod">
          <ac:chgData name="Bhanu Pratap Singh" userId="0b713d2c41c59a0a" providerId="LiveId" clId="{137DFBEF-B1D4-4231-B05C-A6EF4FB87794}" dt="2026-02-20T11:22:07.842" v="2660" actId="313"/>
          <ac:spMkLst>
            <pc:docMk/>
            <pc:sldMk cId="2919556985" sldId="262"/>
            <ac:spMk id="3" creationId="{143F5361-68C0-4BF5-80C8-F1E7BF92B2DB}"/>
          </ac:spMkLst>
        </pc:spChg>
      </pc:sldChg>
      <pc:sldChg chg="modSp mod">
        <pc:chgData name="Bhanu Pratap Singh" userId="0b713d2c41c59a0a" providerId="LiveId" clId="{137DFBEF-B1D4-4231-B05C-A6EF4FB87794}" dt="2026-02-20T12:01:55.879" v="3001" actId="27107"/>
        <pc:sldMkLst>
          <pc:docMk/>
          <pc:sldMk cId="1902613301" sldId="263"/>
        </pc:sldMkLst>
        <pc:spChg chg="mod">
          <ac:chgData name="Bhanu Pratap Singh" userId="0b713d2c41c59a0a" providerId="LiveId" clId="{137DFBEF-B1D4-4231-B05C-A6EF4FB87794}" dt="2026-02-20T12:01:55.879" v="3001" actId="27107"/>
          <ac:spMkLst>
            <pc:docMk/>
            <pc:sldMk cId="1902613301" sldId="263"/>
            <ac:spMk id="2" creationId="{34DB6CE4-2B13-4715-B5B2-615A55922CA1}"/>
          </ac:spMkLst>
        </pc:spChg>
        <pc:spChg chg="mod">
          <ac:chgData name="Bhanu Pratap Singh" userId="0b713d2c41c59a0a" providerId="LiveId" clId="{137DFBEF-B1D4-4231-B05C-A6EF4FB87794}" dt="2026-02-20T11:28:59.731" v="2972" actId="1076"/>
          <ac:spMkLst>
            <pc:docMk/>
            <pc:sldMk cId="1902613301" sldId="263"/>
            <ac:spMk id="3" creationId="{143F5361-68C0-4BF5-80C8-F1E7BF92B2DB}"/>
          </ac:spMkLst>
        </pc:spChg>
      </pc:sldChg>
      <pc:sldChg chg="new del">
        <pc:chgData name="Bhanu Pratap Singh" userId="0b713d2c41c59a0a" providerId="LiveId" clId="{137DFBEF-B1D4-4231-B05C-A6EF4FB87794}" dt="2026-02-20T10:28:13.906" v="847" actId="2696"/>
        <pc:sldMkLst>
          <pc:docMk/>
          <pc:sldMk cId="3699079238" sldId="264"/>
        </pc:sldMkLst>
      </pc:sldChg>
      <pc:sldChg chg="modSp new mod">
        <pc:chgData name="Bhanu Pratap Singh" userId="0b713d2c41c59a0a" providerId="LiveId" clId="{137DFBEF-B1D4-4231-B05C-A6EF4FB87794}" dt="2026-02-20T11:29:15.122" v="2974" actId="122"/>
        <pc:sldMkLst>
          <pc:docMk/>
          <pc:sldMk cId="3926554989" sldId="264"/>
        </pc:sldMkLst>
        <pc:spChg chg="mod">
          <ac:chgData name="Bhanu Pratap Singh" userId="0b713d2c41c59a0a" providerId="LiveId" clId="{137DFBEF-B1D4-4231-B05C-A6EF4FB87794}" dt="2026-02-20T11:29:15.122" v="2974" actId="122"/>
          <ac:spMkLst>
            <pc:docMk/>
            <pc:sldMk cId="3926554989" sldId="264"/>
            <ac:spMk id="2" creationId="{22720B87-66F1-F6D7-30FC-B938D193E730}"/>
          </ac:spMkLst>
        </pc:spChg>
        <pc:spChg chg="mod">
          <ac:chgData name="Bhanu Pratap Singh" userId="0b713d2c41c59a0a" providerId="LiveId" clId="{137DFBEF-B1D4-4231-B05C-A6EF4FB87794}" dt="2026-02-20T11:27:05.559" v="2882" actId="313"/>
          <ac:spMkLst>
            <pc:docMk/>
            <pc:sldMk cId="3926554989" sldId="264"/>
            <ac:spMk id="3" creationId="{7D7B5696-A96B-944E-8E00-D407EB671864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269538-BFC5-48BB-BEA1-D7AF1F385FD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9B6C90-9B70-4ED8-9084-8651413BB905}">
      <dgm:prSet phldrT="[Text]" custT="1"/>
      <dgm:spPr/>
      <dgm:t>
        <a:bodyPr/>
        <a:lstStyle/>
        <a:p>
          <a:r>
            <a: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An equation display screen area(screen) to exhibit the mathematical expression and their respective result</a:t>
          </a:r>
        </a:p>
      </dgm:t>
    </dgm:pt>
    <dgm:pt modelId="{47C005B7-F5AA-4111-A87D-782B117A0259}" type="parTrans" cxnId="{1D59D94A-4BF7-417E-B49B-225C005839A9}">
      <dgm:prSet/>
      <dgm:spPr/>
      <dgm:t>
        <a:bodyPr/>
        <a:lstStyle/>
        <a:p>
          <a:endParaRPr lang="en-US"/>
        </a:p>
      </dgm:t>
    </dgm:pt>
    <dgm:pt modelId="{54109FB3-0563-4B2C-BFF0-181E047427F8}" type="sibTrans" cxnId="{1D59D94A-4BF7-417E-B49B-225C005839A9}">
      <dgm:prSet/>
      <dgm:spPr/>
      <dgm:t>
        <a:bodyPr/>
        <a:lstStyle/>
        <a:p>
          <a:endParaRPr lang="en-US"/>
        </a:p>
      </dgm:t>
    </dgm:pt>
    <dgm:pt modelId="{928B5CB8-3545-4EE5-8BED-981D3C6157A5}">
      <dgm:prSet phldrT="[Text]" custT="1"/>
      <dgm:spPr/>
      <dgm:t>
        <a:bodyPr/>
        <a:lstStyle/>
        <a:p>
          <a:r>
            <a:rPr lang="en-US" sz="24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Clickable buttons, each representing numerical values or mathematical operations.</a:t>
          </a:r>
        </a:p>
      </dgm:t>
    </dgm:pt>
    <dgm:pt modelId="{8452F8D0-82FD-4609-B6BD-446E31563D8A}" type="parTrans" cxnId="{085D3777-7996-4375-B5FB-BFD96D1BF9E4}">
      <dgm:prSet/>
      <dgm:spPr/>
      <dgm:t>
        <a:bodyPr/>
        <a:lstStyle/>
        <a:p>
          <a:endParaRPr lang="en-US"/>
        </a:p>
      </dgm:t>
    </dgm:pt>
    <dgm:pt modelId="{8EF545BA-8D8A-4813-A428-2F18D76E61FA}" type="sibTrans" cxnId="{085D3777-7996-4375-B5FB-BFD96D1BF9E4}">
      <dgm:prSet/>
      <dgm:spPr/>
      <dgm:t>
        <a:bodyPr/>
        <a:lstStyle/>
        <a:p>
          <a:endParaRPr lang="en-US"/>
        </a:p>
      </dgm:t>
    </dgm:pt>
    <dgm:pt modelId="{0252E5B8-EBF7-4BBF-93FC-D718F1E64DE4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Core</a:t>
          </a:r>
          <a:r>
            <a:rPr lang="en-US" baseline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mathematical operations functionality, encompassing addition, subtraction, multiplication and division.</a:t>
          </a:r>
          <a:endParaRPr lang="en-US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4D7461D-1934-46C1-BFB6-82040C92AEAF}" type="parTrans" cxnId="{DFA684B7-1FEA-44A1-B4A1-29C7E2978A6E}">
      <dgm:prSet/>
      <dgm:spPr/>
      <dgm:t>
        <a:bodyPr/>
        <a:lstStyle/>
        <a:p>
          <a:endParaRPr lang="en-US"/>
        </a:p>
      </dgm:t>
    </dgm:pt>
    <dgm:pt modelId="{DA75DA6E-C64F-4701-B3BC-213103AC7361}" type="sibTrans" cxnId="{DFA684B7-1FEA-44A1-B4A1-29C7E2978A6E}">
      <dgm:prSet/>
      <dgm:spPr/>
      <dgm:t>
        <a:bodyPr/>
        <a:lstStyle/>
        <a:p>
          <a:endParaRPr lang="en-US"/>
        </a:p>
      </dgm:t>
    </dgm:pt>
    <dgm:pt modelId="{0DF82341-FF9C-45F9-8E31-CFE4F2BD93F5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Seamless</a:t>
          </a:r>
          <a:r>
            <a:rPr lang="en-US" baseline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execution of mathematical calculations yielding results (=) coupled with ability to clear the equation display©.</a:t>
          </a:r>
          <a:endParaRPr lang="en-US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A1241B4-E893-42D0-9187-1A01E7489BA8}" type="parTrans" cxnId="{FE206E91-80B6-4E0D-A213-5A5DF977FA0A}">
      <dgm:prSet/>
      <dgm:spPr/>
      <dgm:t>
        <a:bodyPr/>
        <a:lstStyle/>
        <a:p>
          <a:endParaRPr lang="en-US"/>
        </a:p>
      </dgm:t>
    </dgm:pt>
    <dgm:pt modelId="{5C6C8BE9-4C3D-4847-9DE0-7849470865E1}" type="sibTrans" cxnId="{FE206E91-80B6-4E0D-A213-5A5DF977FA0A}">
      <dgm:prSet/>
      <dgm:spPr/>
      <dgm:t>
        <a:bodyPr/>
        <a:lstStyle/>
        <a:p>
          <a:endParaRPr lang="en-US"/>
        </a:p>
      </dgm:t>
    </dgm:pt>
    <dgm:pt modelId="{99FD7F24-5BB9-46E8-BB7C-4B477B73B815}" type="pres">
      <dgm:prSet presAssocID="{81269538-BFC5-48BB-BEA1-D7AF1F385FD5}" presName="Name0" presStyleCnt="0">
        <dgm:presLayoutVars>
          <dgm:dir/>
          <dgm:animLvl val="lvl"/>
          <dgm:resizeHandles val="exact"/>
        </dgm:presLayoutVars>
      </dgm:prSet>
      <dgm:spPr/>
    </dgm:pt>
    <dgm:pt modelId="{2ADCE041-547D-4C29-B7C8-1AB37870FF65}" type="pres">
      <dgm:prSet presAssocID="{2A9B6C90-9B70-4ED8-9084-8651413BB905}" presName="linNode" presStyleCnt="0"/>
      <dgm:spPr/>
    </dgm:pt>
    <dgm:pt modelId="{DBDFC91F-6B2C-4B68-9316-BE3912D74163}" type="pres">
      <dgm:prSet presAssocID="{2A9B6C90-9B70-4ED8-9084-8651413BB905}" presName="parentText" presStyleLbl="node1" presStyleIdx="0" presStyleCnt="4" custScaleX="277778" custScaleY="26508">
        <dgm:presLayoutVars>
          <dgm:chMax val="1"/>
          <dgm:bulletEnabled val="1"/>
        </dgm:presLayoutVars>
      </dgm:prSet>
      <dgm:spPr/>
    </dgm:pt>
    <dgm:pt modelId="{B3C81EE1-C625-44B1-8C9F-972098911D95}" type="pres">
      <dgm:prSet presAssocID="{54109FB3-0563-4B2C-BFF0-181E047427F8}" presName="sp" presStyleCnt="0"/>
      <dgm:spPr/>
    </dgm:pt>
    <dgm:pt modelId="{120DCED0-01FF-429D-8B4B-923E0875F75E}" type="pres">
      <dgm:prSet presAssocID="{928B5CB8-3545-4EE5-8BED-981D3C6157A5}" presName="linNode" presStyleCnt="0"/>
      <dgm:spPr/>
    </dgm:pt>
    <dgm:pt modelId="{B9324B26-5FF5-4FF7-9073-66103CBE8481}" type="pres">
      <dgm:prSet presAssocID="{928B5CB8-3545-4EE5-8BED-981D3C6157A5}" presName="parentText" presStyleLbl="node1" presStyleIdx="1" presStyleCnt="4" custScaleX="277778" custScaleY="26449">
        <dgm:presLayoutVars>
          <dgm:chMax val="1"/>
          <dgm:bulletEnabled val="1"/>
        </dgm:presLayoutVars>
      </dgm:prSet>
      <dgm:spPr/>
    </dgm:pt>
    <dgm:pt modelId="{16102922-98F6-426A-B984-C76BAD650371}" type="pres">
      <dgm:prSet presAssocID="{8EF545BA-8D8A-4813-A428-2F18D76E61FA}" presName="sp" presStyleCnt="0"/>
      <dgm:spPr/>
    </dgm:pt>
    <dgm:pt modelId="{B2FF1020-441F-4D2D-962E-DE4B55222CC5}" type="pres">
      <dgm:prSet presAssocID="{0252E5B8-EBF7-4BBF-93FC-D718F1E64DE4}" presName="linNode" presStyleCnt="0"/>
      <dgm:spPr/>
    </dgm:pt>
    <dgm:pt modelId="{6FF4938B-0EA2-492E-BAC2-CB0A77DEC2EB}" type="pres">
      <dgm:prSet presAssocID="{0252E5B8-EBF7-4BBF-93FC-D718F1E64DE4}" presName="parentText" presStyleLbl="node1" presStyleIdx="2" presStyleCnt="4" custScaleX="277778" custScaleY="26449">
        <dgm:presLayoutVars>
          <dgm:chMax val="1"/>
          <dgm:bulletEnabled val="1"/>
        </dgm:presLayoutVars>
      </dgm:prSet>
      <dgm:spPr/>
    </dgm:pt>
    <dgm:pt modelId="{695E36AA-B446-4D9B-96A5-B9258ABB3FA9}" type="pres">
      <dgm:prSet presAssocID="{DA75DA6E-C64F-4701-B3BC-213103AC7361}" presName="sp" presStyleCnt="0"/>
      <dgm:spPr/>
    </dgm:pt>
    <dgm:pt modelId="{B343F24E-C7EA-4733-AE09-5BC744D71218}" type="pres">
      <dgm:prSet presAssocID="{0DF82341-FF9C-45F9-8E31-CFE4F2BD93F5}" presName="linNode" presStyleCnt="0"/>
      <dgm:spPr/>
    </dgm:pt>
    <dgm:pt modelId="{0730DD9E-75A8-4BEC-9B20-64EBB9CD6FCB}" type="pres">
      <dgm:prSet presAssocID="{0DF82341-FF9C-45F9-8E31-CFE4F2BD93F5}" presName="parentText" presStyleLbl="node1" presStyleIdx="3" presStyleCnt="4" custScaleX="277778" custScaleY="26449">
        <dgm:presLayoutVars>
          <dgm:chMax val="1"/>
          <dgm:bulletEnabled val="1"/>
        </dgm:presLayoutVars>
      </dgm:prSet>
      <dgm:spPr/>
    </dgm:pt>
  </dgm:ptLst>
  <dgm:cxnLst>
    <dgm:cxn modelId="{02BFC532-8F37-4B32-8CFD-9CF308AB5392}" type="presOf" srcId="{2A9B6C90-9B70-4ED8-9084-8651413BB905}" destId="{DBDFC91F-6B2C-4B68-9316-BE3912D74163}" srcOrd="0" destOrd="0" presId="urn:microsoft.com/office/officeart/2005/8/layout/vList5"/>
    <dgm:cxn modelId="{1D59D94A-4BF7-417E-B49B-225C005839A9}" srcId="{81269538-BFC5-48BB-BEA1-D7AF1F385FD5}" destId="{2A9B6C90-9B70-4ED8-9084-8651413BB905}" srcOrd="0" destOrd="0" parTransId="{47C005B7-F5AA-4111-A87D-782B117A0259}" sibTransId="{54109FB3-0563-4B2C-BFF0-181E047427F8}"/>
    <dgm:cxn modelId="{BC57C172-875A-4AE7-9914-24B46C00173D}" type="presOf" srcId="{0252E5B8-EBF7-4BBF-93FC-D718F1E64DE4}" destId="{6FF4938B-0EA2-492E-BAC2-CB0A77DEC2EB}" srcOrd="0" destOrd="0" presId="urn:microsoft.com/office/officeart/2005/8/layout/vList5"/>
    <dgm:cxn modelId="{085D3777-7996-4375-B5FB-BFD96D1BF9E4}" srcId="{81269538-BFC5-48BB-BEA1-D7AF1F385FD5}" destId="{928B5CB8-3545-4EE5-8BED-981D3C6157A5}" srcOrd="1" destOrd="0" parTransId="{8452F8D0-82FD-4609-B6BD-446E31563D8A}" sibTransId="{8EF545BA-8D8A-4813-A428-2F18D76E61FA}"/>
    <dgm:cxn modelId="{53988784-A0E1-4D82-B36B-740DE83EB0C9}" type="presOf" srcId="{81269538-BFC5-48BB-BEA1-D7AF1F385FD5}" destId="{99FD7F24-5BB9-46E8-BB7C-4B477B73B815}" srcOrd="0" destOrd="0" presId="urn:microsoft.com/office/officeart/2005/8/layout/vList5"/>
    <dgm:cxn modelId="{FE206E91-80B6-4E0D-A213-5A5DF977FA0A}" srcId="{81269538-BFC5-48BB-BEA1-D7AF1F385FD5}" destId="{0DF82341-FF9C-45F9-8E31-CFE4F2BD93F5}" srcOrd="3" destOrd="0" parTransId="{2A1241B4-E893-42D0-9187-1A01E7489BA8}" sibTransId="{5C6C8BE9-4C3D-4847-9DE0-7849470865E1}"/>
    <dgm:cxn modelId="{DFA684B7-1FEA-44A1-B4A1-29C7E2978A6E}" srcId="{81269538-BFC5-48BB-BEA1-D7AF1F385FD5}" destId="{0252E5B8-EBF7-4BBF-93FC-D718F1E64DE4}" srcOrd="2" destOrd="0" parTransId="{54D7461D-1934-46C1-BFB6-82040C92AEAF}" sibTransId="{DA75DA6E-C64F-4701-B3BC-213103AC7361}"/>
    <dgm:cxn modelId="{285886BC-D2AC-4D58-B143-708AEA6D2553}" type="presOf" srcId="{0DF82341-FF9C-45F9-8E31-CFE4F2BD93F5}" destId="{0730DD9E-75A8-4BEC-9B20-64EBB9CD6FCB}" srcOrd="0" destOrd="0" presId="urn:microsoft.com/office/officeart/2005/8/layout/vList5"/>
    <dgm:cxn modelId="{A44DF6E5-2150-478D-AAB9-24BC6742BCEE}" type="presOf" srcId="{928B5CB8-3545-4EE5-8BED-981D3C6157A5}" destId="{B9324B26-5FF5-4FF7-9073-66103CBE8481}" srcOrd="0" destOrd="0" presId="urn:microsoft.com/office/officeart/2005/8/layout/vList5"/>
    <dgm:cxn modelId="{35F02551-9BFE-446A-8046-38A2C60F19B2}" type="presParOf" srcId="{99FD7F24-5BB9-46E8-BB7C-4B477B73B815}" destId="{2ADCE041-547D-4C29-B7C8-1AB37870FF65}" srcOrd="0" destOrd="0" presId="urn:microsoft.com/office/officeart/2005/8/layout/vList5"/>
    <dgm:cxn modelId="{866C2C1E-213B-4BCC-A87D-C9EF1934F4DE}" type="presParOf" srcId="{2ADCE041-547D-4C29-B7C8-1AB37870FF65}" destId="{DBDFC91F-6B2C-4B68-9316-BE3912D74163}" srcOrd="0" destOrd="0" presId="urn:microsoft.com/office/officeart/2005/8/layout/vList5"/>
    <dgm:cxn modelId="{0FEE154E-2D66-44E1-A573-5A8105902519}" type="presParOf" srcId="{99FD7F24-5BB9-46E8-BB7C-4B477B73B815}" destId="{B3C81EE1-C625-44B1-8C9F-972098911D95}" srcOrd="1" destOrd="0" presId="urn:microsoft.com/office/officeart/2005/8/layout/vList5"/>
    <dgm:cxn modelId="{677D4939-AE22-4645-A75D-BD07DA38E78F}" type="presParOf" srcId="{99FD7F24-5BB9-46E8-BB7C-4B477B73B815}" destId="{120DCED0-01FF-429D-8B4B-923E0875F75E}" srcOrd="2" destOrd="0" presId="urn:microsoft.com/office/officeart/2005/8/layout/vList5"/>
    <dgm:cxn modelId="{AF6385C2-1319-4602-9D19-9A89E6EBF57F}" type="presParOf" srcId="{120DCED0-01FF-429D-8B4B-923E0875F75E}" destId="{B9324B26-5FF5-4FF7-9073-66103CBE8481}" srcOrd="0" destOrd="0" presId="urn:microsoft.com/office/officeart/2005/8/layout/vList5"/>
    <dgm:cxn modelId="{DCE21EEE-0187-410D-8808-9EC7FE988FD6}" type="presParOf" srcId="{99FD7F24-5BB9-46E8-BB7C-4B477B73B815}" destId="{16102922-98F6-426A-B984-C76BAD650371}" srcOrd="3" destOrd="0" presId="urn:microsoft.com/office/officeart/2005/8/layout/vList5"/>
    <dgm:cxn modelId="{404F70EE-5979-4B05-A354-B0B9C6846AAE}" type="presParOf" srcId="{99FD7F24-5BB9-46E8-BB7C-4B477B73B815}" destId="{B2FF1020-441F-4D2D-962E-DE4B55222CC5}" srcOrd="4" destOrd="0" presId="urn:microsoft.com/office/officeart/2005/8/layout/vList5"/>
    <dgm:cxn modelId="{BED57352-55DF-4D9F-B575-4230BC600918}" type="presParOf" srcId="{B2FF1020-441F-4D2D-962E-DE4B55222CC5}" destId="{6FF4938B-0EA2-492E-BAC2-CB0A77DEC2EB}" srcOrd="0" destOrd="0" presId="urn:microsoft.com/office/officeart/2005/8/layout/vList5"/>
    <dgm:cxn modelId="{7D8E3D82-1F09-4A5D-8D30-16B8D7E2A42F}" type="presParOf" srcId="{99FD7F24-5BB9-46E8-BB7C-4B477B73B815}" destId="{695E36AA-B446-4D9B-96A5-B9258ABB3FA9}" srcOrd="5" destOrd="0" presId="urn:microsoft.com/office/officeart/2005/8/layout/vList5"/>
    <dgm:cxn modelId="{36C2B46D-00C8-40B3-BDA8-9F9AC5BA6A65}" type="presParOf" srcId="{99FD7F24-5BB9-46E8-BB7C-4B477B73B815}" destId="{B343F24E-C7EA-4733-AE09-5BC744D71218}" srcOrd="6" destOrd="0" presId="urn:microsoft.com/office/officeart/2005/8/layout/vList5"/>
    <dgm:cxn modelId="{ED1FB380-355E-4DDF-BDB9-F4A25FB4A113}" type="presParOf" srcId="{B343F24E-C7EA-4733-AE09-5BC744D71218}" destId="{0730DD9E-75A8-4BEC-9B20-64EBB9CD6FCB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9FC193-7A05-4631-B681-B56EAB543D38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57B86A-DEC1-407C-A1BB-5BF9ACCBCA6A}">
      <dgm:prSet phldrT="[Text]" custT="1"/>
      <dgm:spPr/>
      <dgm:t>
        <a:bodyPr/>
        <a:lstStyle/>
        <a:p>
          <a:r>
            <a:rPr lang="en-US" sz="32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Libraries used</a:t>
          </a:r>
          <a:r>
            <a:rPr lang="en-US" sz="5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::</a:t>
          </a:r>
        </a:p>
      </dgm:t>
    </dgm:pt>
    <dgm:pt modelId="{8CA7BF9B-8199-4683-AD57-CB0086659013}" type="parTrans" cxnId="{B12F0503-977A-4B5D-8CB7-420B041FF863}">
      <dgm:prSet/>
      <dgm:spPr/>
      <dgm:t>
        <a:bodyPr/>
        <a:lstStyle/>
        <a:p>
          <a:endParaRPr lang="en-US"/>
        </a:p>
      </dgm:t>
    </dgm:pt>
    <dgm:pt modelId="{F087F24E-A7D7-4DCE-B2A7-9B941289621A}" type="sibTrans" cxnId="{B12F0503-977A-4B5D-8CB7-420B041FF863}">
      <dgm:prSet/>
      <dgm:spPr/>
      <dgm:t>
        <a:bodyPr/>
        <a:lstStyle/>
        <a:p>
          <a:endParaRPr lang="en-US"/>
        </a:p>
      </dgm:t>
    </dgm:pt>
    <dgm:pt modelId="{B6B39D33-D046-47BE-829F-7DE9C1355A93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Tkinter can be used to make Graphical User Interface.</a:t>
          </a:r>
        </a:p>
      </dgm:t>
    </dgm:pt>
    <dgm:pt modelId="{AC756B1C-E9B8-4AF1-AAAF-F8402FE8B80B}" type="sibTrans" cxnId="{877B3C1A-839E-4419-A916-B4E946768D4D}">
      <dgm:prSet/>
      <dgm:spPr/>
      <dgm:t>
        <a:bodyPr/>
        <a:lstStyle/>
        <a:p>
          <a:endParaRPr lang="en-US"/>
        </a:p>
      </dgm:t>
    </dgm:pt>
    <dgm:pt modelId="{E15A7BCB-F8C9-469E-AAD5-364C09881B8A}" type="parTrans" cxnId="{877B3C1A-839E-4419-A916-B4E946768D4D}">
      <dgm:prSet/>
      <dgm:spPr/>
      <dgm:t>
        <a:bodyPr/>
        <a:lstStyle/>
        <a:p>
          <a:endParaRPr lang="en-US"/>
        </a:p>
      </dgm:t>
    </dgm:pt>
    <dgm:pt modelId="{F82601E6-6FF6-41B5-BDEF-C0E73D0B30BE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Math can be to for mathematical computations.</a:t>
          </a:r>
        </a:p>
      </dgm:t>
    </dgm:pt>
    <dgm:pt modelId="{EAEC7697-68BC-4B26-A3B6-9BD23217CF44}" type="sibTrans" cxnId="{1FCB23E5-E983-4435-8A6F-78F13DE6D873}">
      <dgm:prSet/>
      <dgm:spPr/>
      <dgm:t>
        <a:bodyPr/>
        <a:lstStyle/>
        <a:p>
          <a:endParaRPr lang="en-US"/>
        </a:p>
      </dgm:t>
    </dgm:pt>
    <dgm:pt modelId="{936C8FEA-0125-468F-AC7E-0D933F696D03}" type="parTrans" cxnId="{1FCB23E5-E983-4435-8A6F-78F13DE6D873}">
      <dgm:prSet/>
      <dgm:spPr/>
      <dgm:t>
        <a:bodyPr/>
        <a:lstStyle/>
        <a:p>
          <a:endParaRPr lang="en-US"/>
        </a:p>
      </dgm:t>
    </dgm:pt>
    <dgm:pt modelId="{0A9DDC52-C136-47D1-8086-4C44572AF8CE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Speech recognition used to convert spoken language to text.</a:t>
          </a:r>
        </a:p>
      </dgm:t>
    </dgm:pt>
    <dgm:pt modelId="{235805C6-FBB7-4B7E-9BF1-E7CD219FC4BE}" type="sibTrans" cxnId="{C59760E7-95D9-45CB-B021-A0C541365E8B}">
      <dgm:prSet/>
      <dgm:spPr/>
      <dgm:t>
        <a:bodyPr/>
        <a:lstStyle/>
        <a:p>
          <a:endParaRPr lang="en-US"/>
        </a:p>
      </dgm:t>
    </dgm:pt>
    <dgm:pt modelId="{28B0C9B9-D8C8-4054-9C64-5548749373CF}" type="parTrans" cxnId="{C59760E7-95D9-45CB-B021-A0C541365E8B}">
      <dgm:prSet/>
      <dgm:spPr/>
      <dgm:t>
        <a:bodyPr/>
        <a:lstStyle/>
        <a:p>
          <a:endParaRPr lang="en-US"/>
        </a:p>
      </dgm:t>
    </dgm:pt>
    <dgm:pt modelId="{A405ED46-B96C-43F3-A761-7BC065D7E0B4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Pyttsx3 used for text to speech conversion.</a:t>
          </a:r>
        </a:p>
      </dgm:t>
    </dgm:pt>
    <dgm:pt modelId="{DC033A16-A675-4BEB-BE6B-14D0B5B75507}" type="sibTrans" cxnId="{D17DB9D5-15C2-4041-ADF7-6F5B1EE98CA6}">
      <dgm:prSet/>
      <dgm:spPr/>
      <dgm:t>
        <a:bodyPr/>
        <a:lstStyle/>
        <a:p>
          <a:endParaRPr lang="en-US"/>
        </a:p>
      </dgm:t>
    </dgm:pt>
    <dgm:pt modelId="{8D4C9AFE-A3F6-4F20-BA41-AD9C05F51629}" type="parTrans" cxnId="{D17DB9D5-15C2-4041-ADF7-6F5B1EE98CA6}">
      <dgm:prSet/>
      <dgm:spPr/>
      <dgm:t>
        <a:bodyPr/>
        <a:lstStyle/>
        <a:p>
          <a:endParaRPr lang="en-US"/>
        </a:p>
      </dgm:t>
    </dgm:pt>
    <dgm:pt modelId="{EB905012-F0CE-4E62-B2FD-C334FBCD53F1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Threading used for execution of code in separate threads.</a:t>
          </a:r>
        </a:p>
      </dgm:t>
    </dgm:pt>
    <dgm:pt modelId="{A8C3B3CE-C1D1-4610-B2D7-C3F46ED7F42A}" type="sibTrans" cxnId="{79D5AC10-8BE4-4062-B32E-1917C495DCE0}">
      <dgm:prSet/>
      <dgm:spPr/>
      <dgm:t>
        <a:bodyPr/>
        <a:lstStyle/>
        <a:p>
          <a:endParaRPr lang="en-US"/>
        </a:p>
      </dgm:t>
    </dgm:pt>
    <dgm:pt modelId="{E8BB3A5F-7839-46E5-B315-430C2565522B}" type="parTrans" cxnId="{79D5AC10-8BE4-4062-B32E-1917C495DCE0}">
      <dgm:prSet/>
      <dgm:spPr/>
      <dgm:t>
        <a:bodyPr/>
        <a:lstStyle/>
        <a:p>
          <a:endParaRPr lang="en-US"/>
        </a:p>
      </dgm:t>
    </dgm:pt>
    <dgm:pt modelId="{8A3408F4-D367-43FA-A9F5-70A9D6D7E028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Re used for pattern matching.</a:t>
          </a:r>
        </a:p>
      </dgm:t>
    </dgm:pt>
    <dgm:pt modelId="{9853C638-D75F-4C43-990E-4F90C60885E2}" type="sibTrans" cxnId="{8EE0D00B-1E8C-4234-8764-C74094B62659}">
      <dgm:prSet/>
      <dgm:spPr/>
      <dgm:t>
        <a:bodyPr/>
        <a:lstStyle/>
        <a:p>
          <a:endParaRPr lang="en-US"/>
        </a:p>
      </dgm:t>
    </dgm:pt>
    <dgm:pt modelId="{3A8DEB4B-2610-4E38-963B-0B27FCC3E275}" type="parTrans" cxnId="{8EE0D00B-1E8C-4234-8764-C74094B62659}">
      <dgm:prSet/>
      <dgm:spPr/>
      <dgm:t>
        <a:bodyPr/>
        <a:lstStyle/>
        <a:p>
          <a:endParaRPr lang="en-US"/>
        </a:p>
      </dgm:t>
    </dgm:pt>
    <dgm:pt modelId="{0C4FA541-5CD6-4B58-A756-FC2A8161A250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Sympy used to enabling exact algebraic computations.</a:t>
          </a:r>
        </a:p>
      </dgm:t>
    </dgm:pt>
    <dgm:pt modelId="{0480CA3B-5308-4F9C-950E-5BB11D2BCBEF}" type="sibTrans" cxnId="{1A123DB8-821E-4D36-A49B-011C171776E3}">
      <dgm:prSet/>
      <dgm:spPr/>
      <dgm:t>
        <a:bodyPr/>
        <a:lstStyle/>
        <a:p>
          <a:endParaRPr lang="en-US"/>
        </a:p>
      </dgm:t>
    </dgm:pt>
    <dgm:pt modelId="{A95B89A9-4918-49F3-89E8-2064B2B1EB2A}" type="parTrans" cxnId="{1A123DB8-821E-4D36-A49B-011C171776E3}">
      <dgm:prSet/>
      <dgm:spPr/>
      <dgm:t>
        <a:bodyPr/>
        <a:lstStyle/>
        <a:p>
          <a:endParaRPr lang="en-US"/>
        </a:p>
      </dgm:t>
    </dgm:pt>
    <dgm:pt modelId="{7FC13491-F471-4092-B2D1-B71398E307EF}">
      <dgm:prSet phldrT="[Text]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endParaRPr lang="en-US" sz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AFE8E84-3F35-405A-84FD-43B0F1860B33}" type="sibTrans" cxnId="{B5F7238C-590D-446A-A50E-1BF6C1C3150A}">
      <dgm:prSet/>
      <dgm:spPr/>
      <dgm:t>
        <a:bodyPr/>
        <a:lstStyle/>
        <a:p>
          <a:endParaRPr lang="en-US"/>
        </a:p>
      </dgm:t>
    </dgm:pt>
    <dgm:pt modelId="{496765AB-9897-467E-BAD2-FC083B5B7482}" type="parTrans" cxnId="{B5F7238C-590D-446A-A50E-1BF6C1C3150A}">
      <dgm:prSet/>
      <dgm:spPr/>
      <dgm:t>
        <a:bodyPr/>
        <a:lstStyle/>
        <a:p>
          <a:endParaRPr lang="en-US"/>
        </a:p>
      </dgm:t>
    </dgm:pt>
    <dgm:pt modelId="{DE3F77CF-6A8C-4783-A2CE-00E88C4199CB}" type="pres">
      <dgm:prSet presAssocID="{CF9FC193-7A05-4631-B681-B56EAB543D38}" presName="Name0" presStyleCnt="0">
        <dgm:presLayoutVars>
          <dgm:dir/>
          <dgm:animLvl val="lvl"/>
          <dgm:resizeHandles val="exact"/>
        </dgm:presLayoutVars>
      </dgm:prSet>
      <dgm:spPr/>
    </dgm:pt>
    <dgm:pt modelId="{4E69B62D-7E76-4E06-9330-583771E53BDE}" type="pres">
      <dgm:prSet presAssocID="{6857B86A-DEC1-407C-A1BB-5BF9ACCBCA6A}" presName="composite" presStyleCnt="0"/>
      <dgm:spPr/>
    </dgm:pt>
    <dgm:pt modelId="{F0C1B2C7-0B23-4FE8-AB0F-5877B88532DB}" type="pres">
      <dgm:prSet presAssocID="{6857B86A-DEC1-407C-A1BB-5BF9ACCBCA6A}" presName="parTx" presStyleLbl="alignNode1" presStyleIdx="0" presStyleCnt="1" custScaleX="173134" custScaleY="103325" custLinFactX="-51875" custLinFactY="3692" custLinFactNeighborX="-100000" custLinFactNeighborY="100000">
        <dgm:presLayoutVars>
          <dgm:chMax val="0"/>
          <dgm:chPref val="0"/>
          <dgm:bulletEnabled val="1"/>
        </dgm:presLayoutVars>
      </dgm:prSet>
      <dgm:spPr/>
    </dgm:pt>
    <dgm:pt modelId="{17CA1487-CDD9-4364-92F6-A11DBDAFE16C}" type="pres">
      <dgm:prSet presAssocID="{6857B86A-DEC1-407C-A1BB-5BF9ACCBCA6A}" presName="desTx" presStyleLbl="alignAccFollowNode1" presStyleIdx="0" presStyleCnt="1" custScaleX="478505" custLinFactY="124762" custLinFactNeighborX="-1690" custLinFactNeighborY="200000">
        <dgm:presLayoutVars>
          <dgm:bulletEnabled val="1"/>
        </dgm:presLayoutVars>
      </dgm:prSet>
      <dgm:spPr/>
    </dgm:pt>
  </dgm:ptLst>
  <dgm:cxnLst>
    <dgm:cxn modelId="{B12F0503-977A-4B5D-8CB7-420B041FF863}" srcId="{CF9FC193-7A05-4631-B681-B56EAB543D38}" destId="{6857B86A-DEC1-407C-A1BB-5BF9ACCBCA6A}" srcOrd="0" destOrd="0" parTransId="{8CA7BF9B-8199-4683-AD57-CB0086659013}" sibTransId="{F087F24E-A7D7-4DCE-B2A7-9B941289621A}"/>
    <dgm:cxn modelId="{59857009-2E46-4821-B1DF-7C48FFDC1D18}" type="presOf" srcId="{7FC13491-F471-4092-B2D1-B71398E307EF}" destId="{17CA1487-CDD9-4364-92F6-A11DBDAFE16C}" srcOrd="0" destOrd="7" presId="urn:microsoft.com/office/officeart/2005/8/layout/hList1"/>
    <dgm:cxn modelId="{8EE0D00B-1E8C-4234-8764-C74094B62659}" srcId="{6857B86A-DEC1-407C-A1BB-5BF9ACCBCA6A}" destId="{8A3408F4-D367-43FA-A9F5-70A9D6D7E028}" srcOrd="5" destOrd="0" parTransId="{3A8DEB4B-2610-4E38-963B-0B27FCC3E275}" sibTransId="{9853C638-D75F-4C43-990E-4F90C60885E2}"/>
    <dgm:cxn modelId="{79D5AC10-8BE4-4062-B32E-1917C495DCE0}" srcId="{6857B86A-DEC1-407C-A1BB-5BF9ACCBCA6A}" destId="{EB905012-F0CE-4E62-B2FD-C334FBCD53F1}" srcOrd="4" destOrd="0" parTransId="{E8BB3A5F-7839-46E5-B315-430C2565522B}" sibTransId="{A8C3B3CE-C1D1-4610-B2D7-C3F46ED7F42A}"/>
    <dgm:cxn modelId="{877B3C1A-839E-4419-A916-B4E946768D4D}" srcId="{6857B86A-DEC1-407C-A1BB-5BF9ACCBCA6A}" destId="{B6B39D33-D046-47BE-829F-7DE9C1355A93}" srcOrd="0" destOrd="0" parTransId="{E15A7BCB-F8C9-469E-AAD5-364C09881B8A}" sibTransId="{AC756B1C-E9B8-4AF1-AAAF-F8402FE8B80B}"/>
    <dgm:cxn modelId="{7E52733E-D1E2-4B4D-B94B-4B724491AD00}" type="presOf" srcId="{0A9DDC52-C136-47D1-8086-4C44572AF8CE}" destId="{17CA1487-CDD9-4364-92F6-A11DBDAFE16C}" srcOrd="0" destOrd="2" presId="urn:microsoft.com/office/officeart/2005/8/layout/hList1"/>
    <dgm:cxn modelId="{DA387F62-ADEC-48FF-B8F2-7EE504C8EE49}" type="presOf" srcId="{0C4FA541-5CD6-4B58-A756-FC2A8161A250}" destId="{17CA1487-CDD9-4364-92F6-A11DBDAFE16C}" srcOrd="0" destOrd="6" presId="urn:microsoft.com/office/officeart/2005/8/layout/hList1"/>
    <dgm:cxn modelId="{052CD662-FA04-4C38-BDDB-2453E96D014D}" type="presOf" srcId="{B6B39D33-D046-47BE-829F-7DE9C1355A93}" destId="{17CA1487-CDD9-4364-92F6-A11DBDAFE16C}" srcOrd="0" destOrd="0" presId="urn:microsoft.com/office/officeart/2005/8/layout/hList1"/>
    <dgm:cxn modelId="{77974465-4937-43E1-BE7E-6CFB4984972D}" type="presOf" srcId="{8A3408F4-D367-43FA-A9F5-70A9D6D7E028}" destId="{17CA1487-CDD9-4364-92F6-A11DBDAFE16C}" srcOrd="0" destOrd="5" presId="urn:microsoft.com/office/officeart/2005/8/layout/hList1"/>
    <dgm:cxn modelId="{AAECF784-8F1D-4908-B93D-837F49AB8751}" type="presOf" srcId="{CF9FC193-7A05-4631-B681-B56EAB543D38}" destId="{DE3F77CF-6A8C-4783-A2CE-00E88C4199CB}" srcOrd="0" destOrd="0" presId="urn:microsoft.com/office/officeart/2005/8/layout/hList1"/>
    <dgm:cxn modelId="{B5F7238C-590D-446A-A50E-1BF6C1C3150A}" srcId="{6857B86A-DEC1-407C-A1BB-5BF9ACCBCA6A}" destId="{7FC13491-F471-4092-B2D1-B71398E307EF}" srcOrd="7" destOrd="0" parTransId="{496765AB-9897-467E-BAD2-FC083B5B7482}" sibTransId="{2AFE8E84-3F35-405A-84FD-43B0F1860B33}"/>
    <dgm:cxn modelId="{9D2711A7-B29D-4E49-9284-4DFF503EFBCF}" type="presOf" srcId="{A405ED46-B96C-43F3-A761-7BC065D7E0B4}" destId="{17CA1487-CDD9-4364-92F6-A11DBDAFE16C}" srcOrd="0" destOrd="3" presId="urn:microsoft.com/office/officeart/2005/8/layout/hList1"/>
    <dgm:cxn modelId="{1A123DB8-821E-4D36-A49B-011C171776E3}" srcId="{6857B86A-DEC1-407C-A1BB-5BF9ACCBCA6A}" destId="{0C4FA541-5CD6-4B58-A756-FC2A8161A250}" srcOrd="6" destOrd="0" parTransId="{A95B89A9-4918-49F3-89E8-2064B2B1EB2A}" sibTransId="{0480CA3B-5308-4F9C-950E-5BB11D2BCBEF}"/>
    <dgm:cxn modelId="{5F12E8B9-000C-441B-B9E7-99ED7A20363B}" type="presOf" srcId="{6857B86A-DEC1-407C-A1BB-5BF9ACCBCA6A}" destId="{F0C1B2C7-0B23-4FE8-AB0F-5877B88532DB}" srcOrd="0" destOrd="0" presId="urn:microsoft.com/office/officeart/2005/8/layout/hList1"/>
    <dgm:cxn modelId="{EE0098C2-DFFA-45B1-9DD4-16E050BFFDB1}" type="presOf" srcId="{EB905012-F0CE-4E62-B2FD-C334FBCD53F1}" destId="{17CA1487-CDD9-4364-92F6-A11DBDAFE16C}" srcOrd="0" destOrd="4" presId="urn:microsoft.com/office/officeart/2005/8/layout/hList1"/>
    <dgm:cxn modelId="{AE6FB6CA-9639-462E-96F4-59A30B62D0EB}" type="presOf" srcId="{F82601E6-6FF6-41B5-BDEF-C0E73D0B30BE}" destId="{17CA1487-CDD9-4364-92F6-A11DBDAFE16C}" srcOrd="0" destOrd="1" presId="urn:microsoft.com/office/officeart/2005/8/layout/hList1"/>
    <dgm:cxn modelId="{D17DB9D5-15C2-4041-ADF7-6F5B1EE98CA6}" srcId="{6857B86A-DEC1-407C-A1BB-5BF9ACCBCA6A}" destId="{A405ED46-B96C-43F3-A761-7BC065D7E0B4}" srcOrd="3" destOrd="0" parTransId="{8D4C9AFE-A3F6-4F20-BA41-AD9C05F51629}" sibTransId="{DC033A16-A675-4BEB-BE6B-14D0B5B75507}"/>
    <dgm:cxn modelId="{1FCB23E5-E983-4435-8A6F-78F13DE6D873}" srcId="{6857B86A-DEC1-407C-A1BB-5BF9ACCBCA6A}" destId="{F82601E6-6FF6-41B5-BDEF-C0E73D0B30BE}" srcOrd="1" destOrd="0" parTransId="{936C8FEA-0125-468F-AC7E-0D933F696D03}" sibTransId="{EAEC7697-68BC-4B26-A3B6-9BD23217CF44}"/>
    <dgm:cxn modelId="{C59760E7-95D9-45CB-B021-A0C541365E8B}" srcId="{6857B86A-DEC1-407C-A1BB-5BF9ACCBCA6A}" destId="{0A9DDC52-C136-47D1-8086-4C44572AF8CE}" srcOrd="2" destOrd="0" parTransId="{28B0C9B9-D8C8-4054-9C64-5548749373CF}" sibTransId="{235805C6-FBB7-4B7E-9BF1-E7CD219FC4BE}"/>
    <dgm:cxn modelId="{1F4D79B9-0A03-4486-BB92-D4BA991ED70D}" type="presParOf" srcId="{DE3F77CF-6A8C-4783-A2CE-00E88C4199CB}" destId="{4E69B62D-7E76-4E06-9330-583771E53BDE}" srcOrd="0" destOrd="0" presId="urn:microsoft.com/office/officeart/2005/8/layout/hList1"/>
    <dgm:cxn modelId="{EFFE150E-7CB3-4A38-AC57-820444F8E7BA}" type="presParOf" srcId="{4E69B62D-7E76-4E06-9330-583771E53BDE}" destId="{F0C1B2C7-0B23-4FE8-AB0F-5877B88532DB}" srcOrd="0" destOrd="0" presId="urn:microsoft.com/office/officeart/2005/8/layout/hList1"/>
    <dgm:cxn modelId="{332F5817-5A55-4FC1-BA35-DBB23A0AD13C}" type="presParOf" srcId="{4E69B62D-7E76-4E06-9330-583771E53BDE}" destId="{17CA1487-CDD9-4364-92F6-A11DBDAFE16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DFC91F-6B2C-4B68-9316-BE3912D74163}">
      <dsp:nvSpPr>
        <dsp:cNvPr id="0" name=""/>
        <dsp:cNvSpPr/>
      </dsp:nvSpPr>
      <dsp:spPr>
        <a:xfrm>
          <a:off x="4832" y="786"/>
          <a:ext cx="9896334" cy="9856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An equation display screen area(screen) to exhibit the mathematical expression and their respective result</a:t>
          </a:r>
        </a:p>
      </dsp:txBody>
      <dsp:txXfrm>
        <a:off x="52948" y="48902"/>
        <a:ext cx="9800102" cy="889420"/>
      </dsp:txXfrm>
    </dsp:sp>
    <dsp:sp modelId="{B9324B26-5FF5-4FF7-9073-66103CBE8481}">
      <dsp:nvSpPr>
        <dsp:cNvPr id="0" name=""/>
        <dsp:cNvSpPr/>
      </dsp:nvSpPr>
      <dsp:spPr>
        <a:xfrm>
          <a:off x="4832" y="1172354"/>
          <a:ext cx="9896334" cy="9834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Clickable buttons, each representing numerical values or mathematical operations.</a:t>
          </a:r>
        </a:p>
      </dsp:txBody>
      <dsp:txXfrm>
        <a:off x="52840" y="1220362"/>
        <a:ext cx="9800318" cy="887442"/>
      </dsp:txXfrm>
    </dsp:sp>
    <dsp:sp modelId="{6FF4938B-0EA2-492E-BAC2-CB0A77DEC2EB}">
      <dsp:nvSpPr>
        <dsp:cNvPr id="0" name=""/>
        <dsp:cNvSpPr/>
      </dsp:nvSpPr>
      <dsp:spPr>
        <a:xfrm>
          <a:off x="4832" y="2341729"/>
          <a:ext cx="9896334" cy="9834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Core</a:t>
          </a:r>
          <a:r>
            <a:rPr lang="en-US" sz="2700" kern="1200" baseline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mathematical operations functionality, encompassing addition, subtraction, multiplication and division.</a:t>
          </a:r>
          <a:endParaRPr lang="en-US" sz="2700" kern="1200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52840" y="2389737"/>
        <a:ext cx="9800318" cy="887442"/>
      </dsp:txXfrm>
    </dsp:sp>
    <dsp:sp modelId="{0730DD9E-75A8-4BEC-9B20-64EBB9CD6FCB}">
      <dsp:nvSpPr>
        <dsp:cNvPr id="0" name=""/>
        <dsp:cNvSpPr/>
      </dsp:nvSpPr>
      <dsp:spPr>
        <a:xfrm>
          <a:off x="4832" y="3511104"/>
          <a:ext cx="9896334" cy="9834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Seamless</a:t>
          </a:r>
          <a:r>
            <a:rPr lang="en-US" sz="2700" kern="1200" baseline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execution of mathematical calculations yielding results (=) coupled with ability to clear the equation display©.</a:t>
          </a:r>
          <a:endParaRPr lang="en-US" sz="2700" kern="1200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52840" y="3559112"/>
        <a:ext cx="9800318" cy="8874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C1B2C7-0B23-4FE8-AB0F-5877B88532DB}">
      <dsp:nvSpPr>
        <dsp:cNvPr id="0" name=""/>
        <dsp:cNvSpPr/>
      </dsp:nvSpPr>
      <dsp:spPr>
        <a:xfrm>
          <a:off x="31246" y="877888"/>
          <a:ext cx="4085051" cy="3674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Libraries used</a:t>
          </a:r>
          <a:r>
            <a:rPr lang="en-US" sz="500" b="1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::</a:t>
          </a:r>
        </a:p>
      </dsp:txBody>
      <dsp:txXfrm>
        <a:off x="31246" y="877888"/>
        <a:ext cx="4085051" cy="367446"/>
      </dsp:txXfrm>
    </dsp:sp>
    <dsp:sp modelId="{17CA1487-CDD9-4364-92F6-A11DBDAFE16C}">
      <dsp:nvSpPr>
        <dsp:cNvPr id="0" name=""/>
        <dsp:cNvSpPr/>
      </dsp:nvSpPr>
      <dsp:spPr>
        <a:xfrm>
          <a:off x="0" y="1368365"/>
          <a:ext cx="11290199" cy="32116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Tkinter can be used to make Graphical User Interface.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4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Math can be to for mathematical computations.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4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Speech recognition used to convert spoken language to text.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4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Pyttsx3 used for text to speech conversion.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4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Threading used for execution of code in separate threads.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4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Re used for pattern matching.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24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Sympy used to enabling exact algebraic computations.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endParaRPr lang="en-US" sz="12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1368365"/>
        <a:ext cx="11290199" cy="32116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>
                <a:latin typeface="Rockwell" panose="02060603020205020403" pitchFamily="18" charset="0"/>
              </a:rPr>
              <a:t>NEXT HIKES IT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ctr"/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 name : building basic CALCULATOR.</a:t>
            </a:r>
          </a:p>
          <a:p>
            <a:pPr algn="ctr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Submitted by- Bhanu Pratap singh.</a:t>
            </a: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The Problem REQUISITE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4F1745-A55E-4835-88EB-BC637121B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9652559"/>
              </p:ext>
            </p:extLst>
          </p:nvPr>
        </p:nvGraphicFramePr>
        <p:xfrm>
          <a:off x="1141413" y="1744133"/>
          <a:ext cx="9906000" cy="44953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368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latin typeface="Rockwell" panose="02060603020205020403" pitchFamily="18" charset="0"/>
              </a:rPr>
              <a:t>Resources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2FA989-6B7C-488C-85ED-CB8D01BA3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2182790"/>
              </p:ext>
            </p:extLst>
          </p:nvPr>
        </p:nvGraphicFramePr>
        <p:xfrm>
          <a:off x="437189" y="1659467"/>
          <a:ext cx="11314446" cy="4580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3417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latin typeface="Rockwell" panose="02060603020205020403" pitchFamily="18" charset="0"/>
              </a:rPr>
              <a:t>Testing The 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Voice Feature is also working but at times there could be some issues with speech recognition.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mathematical operations are working fine.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Voice input and trigonometric functions are also working.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Advance mathematical functions like Differentiation and Integration is also working.</a:t>
            </a:r>
          </a:p>
        </p:txBody>
      </p:sp>
    </p:spTree>
    <p:extLst>
      <p:ext uri="{BB962C8B-B14F-4D97-AF65-F5344CB8AC3E}">
        <p14:creationId xmlns:p14="http://schemas.microsoft.com/office/powerpoint/2010/main" val="1348318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latin typeface="Rockwell" panose="02060603020205020403" pitchFamily="18" charset="0"/>
              </a:rPr>
              <a:t>Redesigning The 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146" y="3415163"/>
            <a:ext cx="9905999" cy="2644246"/>
          </a:xfrm>
        </p:spPr>
        <p:txBody>
          <a:bodyPr>
            <a:normAutofit/>
          </a:bodyPr>
          <a:lstStyle/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Constant redesigning of calculator was required.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Basic to Inserting trigonometric functions.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Trigonometric functions to adding voice feature.</a:t>
            </a:r>
          </a:p>
        </p:txBody>
      </p:sp>
    </p:spTree>
    <p:extLst>
      <p:ext uri="{BB962C8B-B14F-4D97-AF65-F5344CB8AC3E}">
        <p14:creationId xmlns:p14="http://schemas.microsoft.com/office/powerpoint/2010/main" val="2919556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20B87-66F1-F6D7-30FC-B938D193E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>
                <a:latin typeface="Rockwell" panose="02060603020205020403" pitchFamily="18" charset="0"/>
              </a:rPr>
              <a:t>CHALLENGES FACED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B5696-A96B-944E-8E00-D407EB671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Virtual Environment needed to be activated.</a:t>
            </a:r>
          </a:p>
          <a:p>
            <a:r>
              <a:rPr lang="en-US" dirty="0"/>
              <a:t>Multiple Errors needed to be resolved as one error led to another.</a:t>
            </a:r>
          </a:p>
          <a:p>
            <a:r>
              <a:rPr lang="en-US" dirty="0"/>
              <a:t>Faced numerous issues while adding enabling voice feature.</a:t>
            </a:r>
          </a:p>
          <a:p>
            <a:r>
              <a:rPr lang="en-US" dirty="0"/>
              <a:t>Rigorous execution of code was required.</a:t>
            </a:r>
          </a:p>
          <a:p>
            <a:r>
              <a:rPr lang="en-US" dirty="0"/>
              <a:t>The outcome is a result of multiple hit and trial approach.</a:t>
            </a:r>
          </a:p>
          <a:p>
            <a:r>
              <a:rPr lang="en-US" dirty="0"/>
              <a:t>Problem with speech recognition which might lead to improper text to speech conversion.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554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latin typeface="Rockwell" panose="02060603020205020403" pitchFamily="18" charset="0"/>
              </a:rPr>
              <a:t>Final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945" y="3785923"/>
            <a:ext cx="9905999" cy="19499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Working Voice enabled Calculator with advance mathematical features.</a:t>
            </a:r>
          </a:p>
        </p:txBody>
      </p:sp>
    </p:spTree>
    <p:extLst>
      <p:ext uri="{BB962C8B-B14F-4D97-AF65-F5344CB8AC3E}">
        <p14:creationId xmlns:p14="http://schemas.microsoft.com/office/powerpoint/2010/main" val="19026133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866CFD-F94E-4AE5-ACEA-86FEC0F48A1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108</TotalTime>
  <Words>288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Rockwell</vt:lpstr>
      <vt:lpstr>Tahoma</vt:lpstr>
      <vt:lpstr>Tw Cen MT</vt:lpstr>
      <vt:lpstr>Wingdings</vt:lpstr>
      <vt:lpstr>Circuit</vt:lpstr>
      <vt:lpstr>NEXT HIKES IT SOLUTIONS</vt:lpstr>
      <vt:lpstr>The Problem REQUISITE</vt:lpstr>
      <vt:lpstr>Resources </vt:lpstr>
      <vt:lpstr>Testing The Prototype</vt:lpstr>
      <vt:lpstr>Redesigning The Prototype</vt:lpstr>
      <vt:lpstr>CHALLENGES FACED</vt:lpstr>
      <vt:lpstr>Final 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Bhanu Pratap Singh</dc:creator>
  <cp:lastModifiedBy>Bhanu Pratap Singh</cp:lastModifiedBy>
  <cp:revision>1</cp:revision>
  <dcterms:created xsi:type="dcterms:W3CDTF">2026-02-20T09:45:04Z</dcterms:created>
  <dcterms:modified xsi:type="dcterms:W3CDTF">2026-02-20T12:02:01Z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